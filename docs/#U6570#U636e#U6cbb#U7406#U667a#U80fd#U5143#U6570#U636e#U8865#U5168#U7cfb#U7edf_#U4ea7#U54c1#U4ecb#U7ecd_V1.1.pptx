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72051"/>
  </p:normalViewPr>
  <p:slideViewPr>
    <p:cSldViewPr snapToGrid="0" snapToObjects="1">
      <p:cViewPr>
        <p:scale>
          <a:sx n="150" d="100"/>
          <a:sy n="150" d="100"/>
        </p:scale>
        <p:origin x="624" y="-904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097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本方案是数据治理智能补全系统，主要基于数据治理方法论</a:t>
            </a:r>
            <a:r>
              <a:rPr lang="en-US" altLang="zh-CN" dirty="0" smtClean="0"/>
              <a:t>+AI</a:t>
            </a:r>
            <a:r>
              <a:rPr lang="zh-CN" altLang="en-US" smtClean="0"/>
              <a:t>赋能元</a:t>
            </a:r>
            <a:r>
              <a:rPr lang="zh-CN" altLang="en-US" dirty="0" smtClean="0"/>
              <a:t>数据自动</a:t>
            </a:r>
            <a:r>
              <a:rPr lang="zh-CN" altLang="en-US" smtClean="0"/>
              <a:t>补全，持续提升</a:t>
            </a:r>
            <a:r>
              <a:rPr lang="zh-CN" altLang="en-US" dirty="0" smtClean="0"/>
              <a:t>数据资产标准化水平。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材料主要介绍方案背景、预期目标、架构、核心技术、实施规划及团队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项目背景： </a:t>
            </a:r>
            <a:r>
              <a:rPr lang="zh-CN" altLang="en-US" dirty="0" smtClean="0"/>
              <a:t>基于中</a:t>
            </a:r>
            <a:r>
              <a:rPr lang="zh-CN" altLang="en-US" dirty="0" smtClean="0"/>
              <a:t>再</a:t>
            </a:r>
            <a:r>
              <a:rPr lang="zh-CN" altLang="en-US" dirty="0" smtClean="0"/>
              <a:t>保险客户的数据</a:t>
            </a:r>
            <a:r>
              <a:rPr lang="zh-CN" altLang="en-US" dirty="0" smtClean="0"/>
              <a:t>管控平台二期</a:t>
            </a:r>
            <a:r>
              <a:rPr lang="zh-CN" altLang="en-US" dirty="0" smtClean="0"/>
              <a:t>项目的实际需求，以及现场项目实施过程中的实际经验。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方案目标：实现基于</a:t>
            </a:r>
            <a:r>
              <a:rPr lang="en-US" altLang="zh-CN" dirty="0" smtClean="0"/>
              <a:t>RAG</a:t>
            </a:r>
            <a:r>
              <a:rPr lang="zh-CN" altLang="en-US" dirty="0" smtClean="0"/>
              <a:t>与知识增强架构，构建覆盖多阶段的数据治理与元数据优化的闭环流程。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经过验证：本方案在数据补全效率与覆盖率方面显著提升，整体效果可达到</a:t>
            </a:r>
            <a:r>
              <a:rPr lang="en-US" altLang="zh-CN" dirty="0" smtClean="0"/>
              <a:t>20%~60%</a:t>
            </a:r>
            <a:r>
              <a:rPr lang="zh-CN" altLang="en-US" dirty="0" smtClean="0"/>
              <a:t>质量提升及</a:t>
            </a:r>
            <a:r>
              <a:rPr lang="en-US" altLang="zh-CN" dirty="0" smtClean="0"/>
              <a:t>2</a:t>
            </a:r>
            <a:r>
              <a:rPr lang="zh-CN" altLang="en-US" dirty="0" smtClean="0"/>
              <a:t>倍以上效率优化。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本方案主要功能采用</a:t>
            </a:r>
            <a:r>
              <a:rPr lang="en-US" altLang="zh-CN" dirty="0" err="1" smtClean="0"/>
              <a:t>Qwen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DeepSeek</a:t>
            </a:r>
            <a:r>
              <a:rPr lang="zh-CN" altLang="en-US" dirty="0" smtClean="0"/>
              <a:t>等大模型与</a:t>
            </a:r>
            <a:r>
              <a:rPr lang="en-US" altLang="zh-CN" dirty="0" err="1" smtClean="0"/>
              <a:t>LangGraph</a:t>
            </a:r>
            <a:r>
              <a:rPr lang="zh-CN" altLang="en-US" dirty="0" smtClean="0"/>
              <a:t>编排框架，并结合</a:t>
            </a:r>
            <a:r>
              <a:rPr lang="en-US" altLang="zh-CN" dirty="0" smtClean="0"/>
              <a:t>Milvus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ES</a:t>
            </a:r>
            <a:r>
              <a:rPr lang="zh-CN" altLang="en-US" dirty="0" smtClean="0"/>
              <a:t>等组件构建技术底座。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方案的核心技术点是 通过</a:t>
            </a:r>
            <a:r>
              <a:rPr lang="en-US" altLang="zh-CN" dirty="0" smtClean="0"/>
              <a:t>Milvus + Elasticsearch + </a:t>
            </a:r>
            <a:r>
              <a:rPr lang="en-US" altLang="zh-CN" dirty="0" err="1" smtClean="0"/>
              <a:t>LangGraph</a:t>
            </a:r>
            <a:r>
              <a:rPr lang="zh-CN" altLang="en-US" dirty="0" smtClean="0"/>
              <a:t>构建完整</a:t>
            </a:r>
            <a:r>
              <a:rPr lang="en-US" altLang="zh-CN" dirty="0" smtClean="0"/>
              <a:t>RAG</a:t>
            </a:r>
            <a:r>
              <a:rPr lang="zh-CN" altLang="en-US" dirty="0" smtClean="0"/>
              <a:t>流水线，实现检索增强与多阶段处理的协同工作。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本方案核心理念是 通过建立完善的质量评估、监控机制，对元数据补全结果进行多维度验证与持续优化。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本方案采用  </a:t>
            </a:r>
            <a:r>
              <a:rPr lang="en-US" altLang="zh-CN" dirty="0" smtClean="0"/>
              <a:t>AI</a:t>
            </a:r>
            <a:r>
              <a:rPr lang="zh-CN" altLang="en-US" dirty="0" smtClean="0"/>
              <a:t>辅助研发</a:t>
            </a:r>
            <a:r>
              <a:rPr lang="en-US" altLang="zh-CN" dirty="0" smtClean="0"/>
              <a:t>+AI</a:t>
            </a:r>
            <a:r>
              <a:rPr lang="zh-CN" altLang="en-US" dirty="0" smtClean="0"/>
              <a:t>赋能业务的实施路径，以分阶段</a:t>
            </a:r>
            <a:r>
              <a:rPr lang="en-US" altLang="zh-CN" dirty="0" smtClean="0"/>
              <a:t>+</a:t>
            </a:r>
            <a:r>
              <a:rPr lang="zh-CN" altLang="en-US" dirty="0" smtClean="0"/>
              <a:t>团队协作方式  实现从系统构建到雷蒙德环境的部署演示。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项目团队合计</a:t>
            </a:r>
            <a:r>
              <a:rPr lang="en-US" altLang="zh-CN" dirty="0" smtClean="0"/>
              <a:t>4</a:t>
            </a:r>
            <a:r>
              <a:rPr lang="zh-CN" altLang="en-US" dirty="0" smtClean="0"/>
              <a:t>人，包括产品、研发、架构设计角色，分工明确，配合紧密。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tiff"/><Relationship Id="rId5" Type="http://schemas.openxmlformats.org/officeDocument/2006/relationships/image" Target="../media/image12.tiff"/><Relationship Id="rId6" Type="http://schemas.openxmlformats.org/officeDocument/2006/relationships/image" Target="../media/image13.tiff"/><Relationship Id="rId7" Type="http://schemas.openxmlformats.org/officeDocument/2006/relationships/image" Target="../media/image14.tif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052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/>
        </p:nvGrpSpPr>
        <p:grpSpPr>
          <a:xfrm>
            <a:off x="0" y="0"/>
            <a:ext cx="9139141" cy="5143500"/>
            <a:chOff x="0" y="0"/>
            <a:chExt cx="9139141" cy="5143500"/>
          </a:xfrm>
        </p:grpSpPr>
        <p:pic>
          <p:nvPicPr>
            <p:cNvPr id="137" name="图片 13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39141" cy="514350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6604" y="1359097"/>
              <a:ext cx="1833372" cy="64008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0992" y="1315803"/>
              <a:ext cx="868172" cy="588591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34640" y="1315803"/>
              <a:ext cx="3246120" cy="66172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3180" y="803177"/>
              <a:ext cx="6135624" cy="4394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285</Words>
  <Application>Microsoft Macintosh PowerPoint</Application>
  <PresentationFormat>全屏显示(16:9)</PresentationFormat>
  <Paragraphs>20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DengXian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数据治理智能元数据补全系统</dc:title>
  <dc:subject>PptxGenJS Presentation</dc:subject>
  <dc:creator>数据治理团队</dc:creator>
  <cp:lastModifiedBy>吴亮亮</cp:lastModifiedBy>
  <cp:revision>29</cp:revision>
  <dcterms:created xsi:type="dcterms:W3CDTF">2026-05-16T13:01:56Z</dcterms:created>
  <dcterms:modified xsi:type="dcterms:W3CDTF">2026-06-27T04:17:45Z</dcterms:modified>
</cp:coreProperties>
</file>