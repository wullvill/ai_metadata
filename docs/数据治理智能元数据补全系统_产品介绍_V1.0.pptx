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09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01968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6016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0064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2208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06256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86016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0064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4112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06256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54112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22208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06256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1968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6016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0064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54112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22208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86016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0064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22208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06256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AI-POWERED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数据治理智能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元数据补全系统</a:t>
            </a:r>
            <a:endParaRPr lang="en-US" sz="4400" dirty="0"/>
          </a:p>
        </p:txBody>
      </p:sp>
      <p:sp>
        <p:nvSpPr>
          <p:cNvPr id="45" name="Text 43"/>
          <p:cNvSpPr/>
          <p:nvPr/>
        </p:nvSpPr>
        <p:spPr>
          <a:xfrm>
            <a:off x="45720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驱动 · LLM 赋能 · 高效治理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57200" y="39319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2026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智能补全 · 质量保障 · 双向同步 · 高效审核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  录</a:t>
            </a:r>
            <a:endParaRPr 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CONTENTS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01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项目背景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16093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现状痛点与建设契机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887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02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94960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项目目标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94960" y="16093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五大核心目标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031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03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计划实现效果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25237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关键成效与量化指标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031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04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94960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功能架构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94960" y="25237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四阶段 Pipeline 全景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05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5840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技术特点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双路检索 · RAG · LangGraph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175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175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06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94960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系统演示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94960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核心流程与界面概览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39319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9319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319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07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05840" y="40233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实施规划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05840" y="43525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阶段交付计划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09160" y="39319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9319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9319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08</a:t>
            </a:r>
            <a:endParaRPr lang="en-US" sz="2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394960" y="40233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dirty="0" smtClean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课题</a:t>
            </a:r>
            <a:r>
              <a:rPr lang="zh-CN" altLang="en-US" sz="1500" dirty="0" smtClean="0">
                <a:solidFill>
                  <a:srgbClr val="1E293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团队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394960" y="43525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 smtClean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职责</a:t>
            </a:r>
            <a:r>
              <a:rPr lang="zh-CN" altLang="en-US" sz="1100" dirty="0" smtClean="0">
                <a:solidFill>
                  <a:srgbClr val="64748B"/>
                </a:solidFill>
                <a:latin typeface="Microsoft YaHei" charset="-122"/>
                <a:ea typeface="Microsoft YaHei" charset="-122"/>
                <a:cs typeface="Microsoft YaHei" charset="-122"/>
              </a:rPr>
              <a:t>分工</a:t>
            </a:r>
            <a:endParaRPr lang="en-US" sz="11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052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图片 1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67</Words>
  <Application>Microsoft Macintosh PowerPoint</Application>
  <PresentationFormat>全屏显示(16:9)</PresentationFormat>
  <Paragraphs>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 Black</vt:lpstr>
      <vt:lpstr>Calibri</vt:lpstr>
      <vt:lpstr>DengXian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数据治理智能元数据补全系统</dc:title>
  <dc:subject>PptxGenJS Presentation</dc:subject>
  <dc:creator>数据治理团队</dc:creator>
  <cp:lastModifiedBy>吴亮亮</cp:lastModifiedBy>
  <cp:revision>11</cp:revision>
  <dcterms:created xsi:type="dcterms:W3CDTF">2026-05-16T13:01:56Z</dcterms:created>
  <dcterms:modified xsi:type="dcterms:W3CDTF">2026-05-16T15:43:50Z</dcterms:modified>
</cp:coreProperties>
</file>