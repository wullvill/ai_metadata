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97"/>
    <p:restoredTop sz="96208"/>
  </p:normalViewPr>
  <p:slideViewPr>
    <p:cSldViewPr snapToGrid="0" snapToObjects="1">
      <p:cViewPr>
        <p:scale>
          <a:sx n="150" d="100"/>
          <a:sy n="150" d="100"/>
        </p:scale>
        <p:origin x="624" y="416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5097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项目背景： 中再保险数据管控平台二期项目需求，基于原恩核系统做功能扩展。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tiff"/><Relationship Id="rId5" Type="http://schemas.openxmlformats.org/officeDocument/2006/relationships/image" Target="../media/image12.tiff"/><Relationship Id="rId6" Type="http://schemas.openxmlformats.org/officeDocument/2006/relationships/image" Target="../media/image13.tiff"/><Relationship Id="rId7" Type="http://schemas.openxmlformats.org/officeDocument/2006/relationships/image" Target="../media/image14.tiff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图片 4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图片 5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图片 5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图片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0524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 6"/>
          <p:cNvGrpSpPr/>
          <p:nvPr/>
        </p:nvGrpSpPr>
        <p:grpSpPr>
          <a:xfrm>
            <a:off x="0" y="0"/>
            <a:ext cx="9139141" cy="5143500"/>
            <a:chOff x="0" y="0"/>
            <a:chExt cx="9139141" cy="5143500"/>
          </a:xfrm>
        </p:grpSpPr>
        <p:pic>
          <p:nvPicPr>
            <p:cNvPr id="137" name="图片 13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39141" cy="5143500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6604" y="1359097"/>
              <a:ext cx="1833372" cy="640080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50992" y="1315803"/>
              <a:ext cx="868172" cy="588591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4640" y="1315803"/>
              <a:ext cx="3246120" cy="661727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583180" y="803177"/>
              <a:ext cx="6135624" cy="43949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32</Words>
  <Application>Microsoft Macintosh PowerPoint</Application>
  <PresentationFormat>全屏显示(16:9)</PresentationFormat>
  <Paragraphs>11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DengXian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15.0035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数据治理智能元数据补全系统</dc:title>
  <dc:subject>PptxGenJS Presentation</dc:subject>
  <dc:creator>数据治理团队</dc:creator>
  <cp:lastModifiedBy>吴亮亮</cp:lastModifiedBy>
  <cp:revision>17</cp:revision>
  <dcterms:created xsi:type="dcterms:W3CDTF">2026-05-16T13:01:56Z</dcterms:created>
  <dcterms:modified xsi:type="dcterms:W3CDTF">2026-05-17T02:50:31Z</dcterms:modified>
</cp:coreProperties>
</file>